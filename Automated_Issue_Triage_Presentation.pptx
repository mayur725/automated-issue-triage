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E22EC-DBB2-D194-260F-B7903F4E534A}" v="4" dt="2025-12-16T09:09:14.948"/>
    <p1510:client id="{9EE871C6-0E16-0EEB-CD4D-1F01F733FED0}" v="4" dt="2025-12-16T09:45:20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.Kaif Malik" userId="S::2000141288@hexaware.com::fb65be69-0792-4baf-8a2e-c331c180b69b" providerId="AD" clId="Web-{9EE871C6-0E16-0EEB-CD4D-1F01F733FED0}"/>
    <pc:docChg chg="delSld modSld">
      <pc:chgData name="Mohd.Kaif Malik" userId="S::2000141288@hexaware.com::fb65be69-0792-4baf-8a2e-c331c180b69b" providerId="AD" clId="Web-{9EE871C6-0E16-0EEB-CD4D-1F01F733FED0}" dt="2025-12-16T09:45:20.402" v="3" actId="20577"/>
      <pc:docMkLst>
        <pc:docMk/>
      </pc:docMkLst>
      <pc:sldChg chg="del">
        <pc:chgData name="Mohd.Kaif Malik" userId="S::2000141288@hexaware.com::fb65be69-0792-4baf-8a2e-c331c180b69b" providerId="AD" clId="Web-{9EE871C6-0E16-0EEB-CD4D-1F01F733FED0}" dt="2025-12-16T09:45:06.214" v="0"/>
        <pc:sldMkLst>
          <pc:docMk/>
          <pc:sldMk cId="0" sldId="265"/>
        </pc:sldMkLst>
      </pc:sldChg>
      <pc:sldChg chg="modSp">
        <pc:chgData name="Mohd.Kaif Malik" userId="S::2000141288@hexaware.com::fb65be69-0792-4baf-8a2e-c331c180b69b" providerId="AD" clId="Web-{9EE871C6-0E16-0EEB-CD4D-1F01F733FED0}" dt="2025-12-16T09:45:20.402" v="3" actId="20577"/>
        <pc:sldMkLst>
          <pc:docMk/>
          <pc:sldMk cId="0" sldId="270"/>
        </pc:sldMkLst>
        <pc:spChg chg="mod">
          <ac:chgData name="Mohd.Kaif Malik" userId="S::2000141288@hexaware.com::fb65be69-0792-4baf-8a2e-c331c180b69b" providerId="AD" clId="Web-{9EE871C6-0E16-0EEB-CD4D-1F01F733FED0}" dt="2025-12-16T09:45:20.402" v="3" actId="20577"/>
          <ac:spMkLst>
            <pc:docMk/>
            <pc:sldMk cId="0" sldId="270"/>
            <ac:spMk id="3" creationId="{00000000-0000-0000-0000-000000000000}"/>
          </ac:spMkLst>
        </pc:spChg>
      </pc:sldChg>
    </pc:docChg>
  </pc:docChgLst>
  <pc:docChgLst>
    <pc:chgData name="Mohd.Kaif Malik" userId="S::2000141288@hexaware.com::fb65be69-0792-4baf-8a2e-c331c180b69b" providerId="AD" clId="Web-{843E22EC-DBB2-D194-260F-B7903F4E534A}"/>
    <pc:docChg chg="modSld">
      <pc:chgData name="Mohd.Kaif Malik" userId="S::2000141288@hexaware.com::fb65be69-0792-4baf-8a2e-c331c180b69b" providerId="AD" clId="Web-{843E22EC-DBB2-D194-260F-B7903F4E534A}" dt="2025-12-16T09:09:14.291" v="2" actId="20577"/>
      <pc:docMkLst>
        <pc:docMk/>
      </pc:docMkLst>
      <pc:sldChg chg="modSp">
        <pc:chgData name="Mohd.Kaif Malik" userId="S::2000141288@hexaware.com::fb65be69-0792-4baf-8a2e-c331c180b69b" providerId="AD" clId="Web-{843E22EC-DBB2-D194-260F-B7903F4E534A}" dt="2025-12-16T09:09:14.291" v="2" actId="20577"/>
        <pc:sldMkLst>
          <pc:docMk/>
          <pc:sldMk cId="0" sldId="256"/>
        </pc:sldMkLst>
        <pc:spChg chg="mod">
          <ac:chgData name="Mohd.Kaif Malik" userId="S::2000141288@hexaware.com::fb65be69-0792-4baf-8a2e-c331c180b69b" providerId="AD" clId="Web-{843E22EC-DBB2-D194-260F-B7903F4E534A}" dt="2025-12-16T09:09:14.291" v="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Issue Triage &amp; Categorization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Agents in Action Hackathon</a:t>
            </a:r>
          </a:p>
          <a:p>
            <a:r>
              <a:rPr dirty="0"/>
              <a:t>Team: </a:t>
            </a:r>
            <a:r>
              <a:rPr dirty="0" err="1"/>
              <a:t>GenisisFlow</a:t>
            </a:r>
            <a:r>
              <a:rPr dirty="0"/>
              <a:t> 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ticket triage is slow and inconsistent</a:t>
            </a:r>
          </a:p>
          <a:p>
            <a:r>
              <a:t>• Support teams waste time reading tickets</a:t>
            </a:r>
          </a:p>
          <a:p>
            <a:r>
              <a:t>• Delayed resolution and SLA breaches</a:t>
            </a:r>
          </a:p>
          <a:p>
            <a:r>
              <a:t>• Knowledge spread across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automated triage system</a:t>
            </a:r>
          </a:p>
          <a:p>
            <a:r>
              <a:t>• Classifies tickets and assigns priority</a:t>
            </a:r>
          </a:p>
          <a:p>
            <a:r>
              <a:t>• Retrieves relevant docs and past incidents</a:t>
            </a:r>
          </a:p>
          <a:p>
            <a:r>
              <a:t>• Reduces manual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Accepts ServiceNow-style tickets</a:t>
            </a:r>
          </a:p>
          <a:p>
            <a:r>
              <a:t>• Short description, description, impact</a:t>
            </a:r>
          </a:p>
          <a:p>
            <a:r>
              <a:t>• API-based ingestion via FastAPI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Categories: login, performance, bug, config, access</a:t>
            </a:r>
          </a:p>
          <a:p>
            <a:r>
              <a:t>• Priority: P1, P2, P3</a:t>
            </a:r>
          </a:p>
          <a:p>
            <a:r>
              <a:t>• Confidence score</a:t>
            </a:r>
          </a:p>
          <a:p>
            <a:r>
              <a:t>• LLM with fallback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Matches Confluence-like docs</a:t>
            </a:r>
          </a:p>
          <a:p>
            <a:r>
              <a:t>• Links resolved Jira-like incidents</a:t>
            </a:r>
          </a:p>
          <a:p>
            <a:r>
              <a:t>• Semantic embeddings</a:t>
            </a:r>
          </a:p>
          <a:p>
            <a:r>
              <a:t>• TF-IDF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UI → FastAPI Backend</a:t>
            </a:r>
          </a:p>
          <a:p>
            <a:r>
              <a:t>→ AI Classifier → AI Retriever</a:t>
            </a:r>
          </a:p>
          <a:p>
            <a:r>
              <a:t>→ Structured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AI Foundry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Azure AI Foundry Agent created</a:t>
            </a:r>
          </a:p>
          <a:p>
            <a:r>
              <a:t>• Agent Name: GenisisFlow</a:t>
            </a:r>
          </a:p>
          <a:p>
            <a:r>
              <a:t>• Model: gpt-4o-mini</a:t>
            </a:r>
          </a:p>
          <a:p>
            <a:r>
              <a:t>• Acts as AI decision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Azure Foundry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Hackathon agent requirement</a:t>
            </a:r>
          </a:p>
          <a:p>
            <a:r>
              <a:t>• Clean separation of intelligence</a:t>
            </a:r>
          </a:p>
          <a:p>
            <a:r>
              <a:t>• Enterprise-ready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Confluence and Jira data mocked</a:t>
            </a:r>
          </a:p>
          <a:p>
            <a:r>
              <a:t>• Architecture supports real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ticket handling</a:t>
            </a:r>
          </a:p>
          <a:p>
            <a:r>
              <a:t>• Reduced support effort</a:t>
            </a:r>
          </a:p>
          <a:p>
            <a:r>
              <a:t>• Consistent prioritization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ServiceNow integration</a:t>
            </a:r>
          </a:p>
          <a:p>
            <a:r>
              <a:t>• Auto-routing</a:t>
            </a:r>
          </a:p>
          <a:p>
            <a:r>
              <a:t>• Multi-agent 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AI triage system</a:t>
            </a:r>
          </a:p>
          <a:p>
            <a:r>
              <a:t>• Azure AI Foundry enabled</a:t>
            </a:r>
          </a:p>
          <a:p>
            <a:r>
              <a:t>• Built end-to-end solo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Team: </a:t>
            </a:r>
            <a:r>
              <a:rPr err="1"/>
              <a:t>GenisisFlow</a:t>
            </a:r>
            <a:endParaRPr lang="en-US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Automated Issue Triage &amp; Categorization</vt:lpstr>
      <vt:lpstr>Problem Statement</vt:lpstr>
      <vt:lpstr>Solution Overview</vt:lpstr>
      <vt:lpstr>Ticket Ingestion</vt:lpstr>
      <vt:lpstr>AI Classification</vt:lpstr>
      <vt:lpstr>Knowledge Retrieval</vt:lpstr>
      <vt:lpstr>System Architecture</vt:lpstr>
      <vt:lpstr>Azure AI Foundry Agent</vt:lpstr>
      <vt:lpstr>Why Azure Foundry</vt:lpstr>
      <vt:lpstr>What Is Mocked</vt:lpstr>
      <vt:lpstr>Impact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</cp:revision>
  <dcterms:created xsi:type="dcterms:W3CDTF">2013-01-27T09:14:16Z</dcterms:created>
  <dcterms:modified xsi:type="dcterms:W3CDTF">2025-12-16T09:45:21Z</dcterms:modified>
  <cp:category/>
</cp:coreProperties>
</file>